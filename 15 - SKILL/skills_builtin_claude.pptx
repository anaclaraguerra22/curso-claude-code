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Built-in do Claude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prático para usar as skills integradas no Cowork Mode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Nível: Intermediário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Skills Built-in?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01168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280160"/>
            <a:ext cx="5486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28016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371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são conjuntos de boas práticas e instruções especializadas que o Claude usa para produzir resultados de alta qualidade em tarefas específicas.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175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9900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Ativadas automaticamente quando você pede uma tarefa compatível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5844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Contêm instruções detalhadas criadas por tentativa e erro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1788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Garantem formatação profissional e consistência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Panorama das Skills Disponíveis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ler, editar,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mesclar e preencher PDFs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52044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08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70332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formatados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0936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087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PPTX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2240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visual atrativo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31089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375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XLSX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14400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com fórmulas,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análises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520440" y="31089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3375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62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3703320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agendadas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execução automática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09360" y="31089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3756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951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Creator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492240" y="3886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suas próprias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personalizadas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37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Skill: PDF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texto e tabelas de PDFs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71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novos documentos PDF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4261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615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Mesclar e dividir arquivos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18104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formulários PDF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9359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marca d'água e senhas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prompt</a:t>
            </a:r>
            <a:endParaRPr lang="en-US" sz="1800" dirty="0"/>
          </a:p>
        </p:txBody>
      </p:sp>
      <p:sp>
        <p:nvSpPr>
          <p:cNvPr id="17" name="Shape 9"/>
          <p:cNvSpPr/>
          <p:nvPr/>
        </p:nvSpPr>
        <p:spPr>
          <a:xfrm>
            <a:off x="5029200" y="1691640"/>
            <a:ext cx="3657600" cy="23774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8288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5778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257800" y="2240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"Leia o PDF que enviei 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extraia todas as tabelas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uma planilha Excel."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525780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ativa a skill PDF automaticamente ao detectar a tarefa.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37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Skill: DOCX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documentos Word formatados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71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Sumários, cabeçalhos e rodapés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4261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615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Tabelas, imagens e estilos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18104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 reorganizar conteúdo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9359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 em documentos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prompt</a:t>
            </a:r>
            <a:endParaRPr lang="en-US" sz="1800" dirty="0"/>
          </a:p>
        </p:txBody>
      </p:sp>
      <p:sp>
        <p:nvSpPr>
          <p:cNvPr id="17" name="Shape 9"/>
          <p:cNvSpPr/>
          <p:nvPr/>
        </p:nvSpPr>
        <p:spPr>
          <a:xfrm>
            <a:off x="5029200" y="1691640"/>
            <a:ext cx="3657600" cy="23774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8288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5778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257800" y="2240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"Crie um relatório Word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profissional com sumário,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cabeçalho e numeração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páginas."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525780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relatórios, memorandos, cartas e templates corporativos.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37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Skill: PPTX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apresentações do zero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71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slides existentes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4261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615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visual com ícones e cores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18104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tabelas em slides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9359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 extrair texto de .pptx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prompt</a:t>
            </a:r>
            <a:endParaRPr lang="en-US" sz="1800" dirty="0"/>
          </a:p>
        </p:txBody>
      </p:sp>
      <p:sp>
        <p:nvSpPr>
          <p:cNvPr id="17" name="Shape 9"/>
          <p:cNvSpPr/>
          <p:nvPr/>
        </p:nvSpPr>
        <p:spPr>
          <a:xfrm>
            <a:off x="5029200" y="1691640"/>
            <a:ext cx="3657600" cy="23774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8288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5778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257800" y="2240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"Monte uma apresentação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10 slides sobre 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lançamento do produto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gráficos de vendas."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525780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criação do zero ou edição de templates existentes.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37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Skill: XLSX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planilhas com fórmulas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712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condicional e estilos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4261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615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visualizações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18104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limpeza de dados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9359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CSV/TSV para Excel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prompt</a:t>
            </a:r>
            <a:endParaRPr lang="en-US" sz="1800" dirty="0"/>
          </a:p>
        </p:txBody>
      </p:sp>
      <p:sp>
        <p:nvSpPr>
          <p:cNvPr id="17" name="Shape 9"/>
          <p:cNvSpPr/>
          <p:nvPr/>
        </p:nvSpPr>
        <p:spPr>
          <a:xfrm>
            <a:off x="5029200" y="1691640"/>
            <a:ext cx="3657600" cy="23774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8288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5778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257800" y="2240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"Crie uma planilha de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orçamento mensal com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fórmulas de soma 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gráfico de despesas."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525780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para modelos financeiros, dashboards e análise de dados.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Avançadas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73152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tarefas agendadas que rodam automaticamente em intervalos definidos.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diário de arquivos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periódicos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dados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80160"/>
            <a:ext cx="3657600" cy="73152"/>
          </a:xfrm>
          <a:prstGeom prst="rect">
            <a:avLst/>
          </a:prstGeom>
          <a:solidFill>
            <a:srgbClr val="0083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Creator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2920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criar suas próprias skills personalizadas para fluxos de trabalho específicos.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para e-mails padrão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propostas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aprovação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na Prática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faz o pedido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27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a tarefa em linguagem natural, como faria para um colega.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82980" y="1783080"/>
            <a:ext cx="0" cy="27432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identifica a skill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detecta automaticamente qual skill é mais adequada.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2980" y="2651760"/>
            <a:ext cx="0" cy="27432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é carregada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264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instruções especializadas são lidas e aplicadas internamente.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2980" y="3520440"/>
            <a:ext cx="0" cy="27432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profissional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133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é gerado seguindo as melhores práticas da skill.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Exemplos de Prompts Eficazes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371600"/>
            <a:ext cx="64008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280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"Mescle esses 3 PDFs em um único arquivo e adicione números de página."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73152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86000"/>
            <a:ext cx="64008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1945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"Escreva um memorando formal sobre a nova política de trabalho remoto."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" cy="7315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3200400"/>
            <a:ext cx="640080" cy="3200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31089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"Crie um pitch deck de 8 slides para investidores com dados de receita."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3192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4114800"/>
            <a:ext cx="64008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14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40233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"Analise este CSV de vendas e crie um dashboard com gráficos no Excel."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Dicas para Melhores Resultados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Seja específico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'faça um relatório', diga 'crie um relatório Word com sumário, 3 seções e gráfico de barras'.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3716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Mencione o formato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explicitamente se quer PDF, Word, Excel ou PowerPoint para ativar a skill correta.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004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Forneça contexto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público-alvo, tom desejado e quantidade de conteúdo para resultados mais alinhados.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004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Itere e refine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ajustes após a primeira versão. O Claude mantém o contexto e melhora iterativamente.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Combinando Skills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pode usar múltiplas skills em uma única tarefa: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 +  XLSX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"Extraia as tabelas deste PDF e crie uma planilha Excel organizada com gráficos."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XLSX  +  PPTX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0815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"Analise esta planilha de vendas e monte uma apresentação com os principais insights."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74904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 +  DOCX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1330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"Leia este contrato em PDF e gere um resumo executivo em Word."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a Usar!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descrever sua tarefa em linguagem natural.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cuida do resto.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quanto mais detalhado o seu pedido, melhor será o resultado.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Built-in do Claude - Guia Prático</dc:title>
  <dc:subject>PptxGenJS Presentation</dc:subject>
  <dc:creator>Claude</dc:creator>
  <cp:lastModifiedBy>Claude</cp:lastModifiedBy>
  <cp:revision>1</cp:revision>
  <dcterms:created xsi:type="dcterms:W3CDTF">2026-03-17T02:39:37Z</dcterms:created>
  <dcterms:modified xsi:type="dcterms:W3CDTF">2026-03-17T02:39:37Z</dcterms:modified>
</cp:coreProperties>
</file>