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6D2E4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E8A87C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6D2E46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Criando Skills com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Skill Creator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passo a passo com dois exemplos completos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1097280" cy="36576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CREATOR  |  2 EXEMPLOS  |  BOAS PRATICAS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3385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Skill Creator faz e quando usar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627632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27632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99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627632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completo: criar, testar, iterar e empacotar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203704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203704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203704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skill: frontmatter, corpo e recursos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2779776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2779776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620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2779776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 — Skill de Geração de Relatórios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3355848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3355848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3814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355848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2 — Skill de Análise de Feedback de Clientes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40080" y="3931920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" y="3931920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14216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3931920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da description para disparo preciso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4507992"/>
            <a:ext cx="786384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0080" y="4507992"/>
            <a:ext cx="54864" cy="484632"/>
          </a:xfrm>
          <a:prstGeom prst="rect">
            <a:avLst/>
          </a:prstGeom>
          <a:solidFill>
            <a:srgbClr val="E8A87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590288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4507992"/>
            <a:ext cx="6858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e erros comuns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Skill Creator?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54864" cy="10972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Skill Creator é uma meta-skill: uma skill que cria outras skills. Ele guia você por todo o processo de criação, teste e otimização de skills personalizadas.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Ciclo do Skill Creator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554480" cy="7772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310896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359152" y="2834640"/>
            <a:ext cx="1554480" cy="77724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59152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31089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78224" y="2834640"/>
            <a:ext cx="1554480" cy="7772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078224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310896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797296" y="2834640"/>
            <a:ext cx="1554480" cy="77724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797296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310896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516368" y="2834640"/>
            <a:ext cx="1554480" cy="7772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516368" y="2834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743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ate ficar satisfeito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usar?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4456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skill do zero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544568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ou otimizar skill existente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18888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 medir performance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81888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029200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a description para melhor trigger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de uma Skill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Carregamento em 3 Niveis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481328"/>
            <a:ext cx="365760" cy="36576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— sempre no contexto (~100 palavras). E o gatilho de disparo.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75688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do SKILL.md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Instrucoes em Markdown — carregado quando a skill dispara (ideal &lt; 500 linhas)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267004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Extras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2606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scripts/, references/, assets/ — carregados sob demanda, sem limite de tamanho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Diretorios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3840480" cy="137160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749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skill-name/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Obrigatorio — instrucoes do Claude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087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executavel (tarefas repetitivas)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379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carregados sob demanda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672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672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icones, fontes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Passo 1: Capturar a Intencao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escrever uma linha, entenda exatamente o que a skill precisa fazer.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99616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skill deve permitir ao Claude fazer?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373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objetivo principal com clareza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276856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skill deve disparar?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e contextos que ativam a skill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7863840" cy="6858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054096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2971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formato de saida esperado?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2918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secoes, arquivos gerados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831336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749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casos de teste?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0690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com saida objetiva se beneficiam de testes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 Skill Creator faz essas perguntas automaticamente. Responda com detalhes!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Passo 2: Escrever o SKILL.md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YAML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383280" cy="1463040"/>
          </a:xfrm>
          <a:prstGeom prst="rect">
            <a:avLst/>
          </a:prstGeom>
          <a:solidFill>
            <a:srgbClr val="2C1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54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minha-skill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Descricao clara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QUANDO e PARA 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usar esta skill.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3383280" cy="59436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63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e o gatilho! Inclua sinonimos, variacoes e seja "empurrativo" — melhor disparar a mais.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Markdown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Titulo da Skill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descritivo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56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Objetivo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skill faz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03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Processo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203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para o Claude seguir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5511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Formato de Saida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551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da resposta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Exemplos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898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e outputs reais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Comportamentos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excecoes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Dicas de Escrita</a:t>
            </a:r>
            <a:endParaRPr lang="en-US" sz="16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3484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60120" y="4389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PORQUE, nao apenas o que fazer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434840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74920" y="4389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forma imperativa nas instrucoes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823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4736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exemplos concretos de entrada/saida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782312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74920" y="4736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&lt; 500 linhas; use references/ para o resto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Passo 3: Testar e Avaliar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22860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Casos de Teste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2-3 prompts realistas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em evals/evals.json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com a skill E sem a skill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os resultados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749040" cy="2286000"/>
          </a:xfrm>
          <a:prstGeom prst="rect">
            <a:avLst/>
          </a:prstGeom>
          <a:solidFill>
            <a:srgbClr val="FB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Resultados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Eval Viewer mostra: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11096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Outputs: prompt + resultado lado a lado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3113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1208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Benchmark: metricas quantitativas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51176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por teste: caixa de texto salva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71216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20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Comparacao com iteracao anterior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do evals.json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40080" y="3886200"/>
            <a:ext cx="7863840" cy="118872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868680" y="393192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"skill_name": "minha-skill",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"evals":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"id":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"prompt": "Prompt do usuario",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"expected_output": "Resultado esperado"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 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1: Gerador de Relatorios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Cenario: Voce precisa que o Claude gere relatorios semanais padronizados a partir de dados brutos, sempre com a mesma estrutura: resumo executivo, metricas-chave, problemas e recomendacoes.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749040" cy="210312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gerador-relatorios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Gera relatorios padronizados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partir de dados. Use quando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pedir relatorio, resumo semanal,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analise de metricas, ou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report. Mesmo se informal.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Saida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85416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20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Relatorio Semanal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1460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2478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Resumo Executivo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4378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Metricas-Chave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Problemas Identificados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0215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465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Recomendacoes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4434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"Gera um relatorio com esses dados de vendas"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713232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5488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4400" y="47274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da um resumo semanal do projeto"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7132320" y="4727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047488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14400" y="50200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"Escreve um poema sobre dados"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7132320" y="5020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dispara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1: Skill Completa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863840" cy="411480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960120"/>
            <a:ext cx="7406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Skill: Gerador de Relatorios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Objetivo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 relatorios padronizados com estrutura consistente.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Processo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Identifique o tipo de dados fornecidos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Calcule metricas relevantes (totais, medias, 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Identifique tendencias e anomalias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Redija o relatorio seguindo o template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Formato de Saida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Relatorio [Tipo] - [Periodo]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Resumo Executivo (3-5 linhas)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Metricas-Chave (tabela)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Problemas Identificados (lista)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Recomendacoes (lista priorizada)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Comportamentos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Sempre inclua numeros concretos, nao generalidades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Compare com periodo anterior quando disponivel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tom profissional mas acessivel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2: Analisador de Feedback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Cenario: Sua equipe recebe dezenas de feedbacks de clientes por semana. Voce quer que o Claude categorize, priorize e extraia insights acionaveis de forma consistente.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749040" cy="192024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analise-feedback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Analisa feedback de clientes.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 para categorizar avaliacoes,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reviews, NPS, comentarios,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reclamacoes ou elogios. Mesmo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pedidos como 'analisa isso'.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749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da Skill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67128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671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Classifique: Bug, Feature, UX, Elogio, Outro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459736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459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441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Atribua sentimento: Positivo, Neutro, Negativo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752344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752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2734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por impacto e frequencia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044952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3026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insights acionaveis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337560"/>
            <a:ext cx="228600" cy="2286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3319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resumo com recomendacoes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Saida</a:t>
            </a:r>
            <a:endParaRPr lang="en-US" sz="14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164592" cy="16459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1440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Geral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" y="4453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sentimento medio, principais temas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297680"/>
            <a:ext cx="164592" cy="1645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Categorias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029200" y="4453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| Qtd | Sentimento | Prioridade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36592"/>
            <a:ext cx="164592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144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Insights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914400" y="4892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acionaveis com evidencias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736592"/>
            <a:ext cx="164592" cy="16459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029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Recomendacoes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029200" y="4892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Acoes priorizadas para a equipe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2: Skill Completa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863840" cy="4114800"/>
          </a:xfrm>
          <a:prstGeom prst="rect">
            <a:avLst/>
          </a:prstGeom>
          <a:solidFill>
            <a:srgbClr val="2C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960120"/>
            <a:ext cx="7406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Skill: Analisador de Feedback de Clientes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Objetivo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Analisar feedback de clientes de forma estruturada,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categorizando, priorizando e extraindo insights.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Processo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Leia todos os feedbacks antes de categorizar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Classifique: Bug | Feature | UX | Elogio | Outro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Atribua sentimento: Positivo | Neutro | Negativo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Agrupe por tema e calcule frequencia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Extraia insights e proponha acoes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Formato de Saida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Resumo Geral (2-3 linhas)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Tabela de Categorias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Top 3 Insights Acionaveis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Recomendacoes Priorizadas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Comportamentos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Cite trechos reais do feedback como evidencia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Nao ignore elogios - eles indicam o que manter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 os dados forem poucos, diga isso claramente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Otimizando a Description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decide se a skill dispara. O Skill Creator tem um sistema automatizado para otimiza-la.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73352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581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queries de avaliacao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8928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queries: should-trigger e should-not-trigger. Realistas, com detalhes, contexto e edge cases.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450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com o usuario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761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Skill Creator gera uma pagina HTML interativa. Voce ajusta, remove ou adiciona queries.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3192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loop de otimizacao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630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run_loop.py testa a description automaticamente com 60% treino / 40% teste.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279392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1879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resultado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4988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description e selecionada pelo score de teste (evita overfitting).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09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ruins levam a descriptions ruins. Invista tempo criando queries realistas e diversas!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Boas Praticas e Erros Comuns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Faca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6245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25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porque, nao imponha MUSTs rigidos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645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exemplos concretos de entrada e saida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02536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1965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empurrativo na description — melhor disparar a mais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2257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286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pelo menos 5 frases diversas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4261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606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references/ para conteudo grande e detalhado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400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Evite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58368" y="348386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1"/>
          <p:cNvSpPr/>
          <p:nvPr/>
        </p:nvSpPr>
        <p:spPr>
          <a:xfrm>
            <a:off x="960120" y="3429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que fazem tudo — divida em skills menores e focadas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58368" y="380390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3"/>
          <p:cNvSpPr/>
          <p:nvPr/>
        </p:nvSpPr>
        <p:spPr>
          <a:xfrm>
            <a:off x="960120" y="3749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vagas como 'ajuda com textos'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58368" y="412394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5"/>
          <p:cNvSpPr/>
          <p:nvPr/>
        </p:nvSpPr>
        <p:spPr>
          <a:xfrm>
            <a:off x="960120" y="4069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com mais de 500 linhas sem usar references/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58368" y="444398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7"/>
          <p:cNvSpPr/>
          <p:nvPr/>
        </p:nvSpPr>
        <p:spPr>
          <a:xfrm>
            <a:off x="960120" y="4389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apenas com frases obvias (teste edge cases!)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58368" y="476402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19"/>
          <p:cNvSpPr/>
          <p:nvPr/>
        </p:nvSpPr>
        <p:spPr>
          <a:xfrm>
            <a:off x="960120" y="4709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Instrucoes abstratas sem exemplos — o Claude calibra melhor com exemplos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Empacotar e Compartilhar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Empacotando a Skill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3383280" cy="640080"/>
          </a:xfrm>
          <a:prstGeom prst="rect">
            <a:avLst/>
          </a:prstGeom>
          <a:solidFill>
            <a:srgbClr val="2C1A2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Empacota a skill: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scripts.package_skill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./minha-skill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minha-skill.skill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606040"/>
            <a:ext cx="3383280" cy="59436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zipe a pasta e renomeie de .zip para .skill. Funciona!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Compartilhando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727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.skill pode ser enviado a qualquer pessoa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8424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arrastando para o Claude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39572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suas skills (v1, v2...)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0720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skills uteis para sua equipe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 do Fluxo Completo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40080" y="4023360"/>
            <a:ext cx="1280160" cy="6400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40080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Intencao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4206240"/>
            <a:ext cx="137160" cy="13716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2075688" y="4023360"/>
            <a:ext cx="1280160" cy="6400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2075688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4206240"/>
            <a:ext cx="137160" cy="13716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3511296" y="4023360"/>
            <a:ext cx="1280160" cy="6400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2"/>
          <p:cNvSpPr/>
          <p:nvPr/>
        </p:nvSpPr>
        <p:spPr>
          <a:xfrm>
            <a:off x="3511296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4206240"/>
            <a:ext cx="137160" cy="13716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946904" y="4023360"/>
            <a:ext cx="1280160" cy="6400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4946904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Iterar</a:t>
            </a:r>
            <a:endParaRPr lang="en-US" sz="9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352" y="4206240"/>
            <a:ext cx="137160" cy="13716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382512" y="4023360"/>
            <a:ext cx="1280160" cy="6400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26"/>
          <p:cNvSpPr/>
          <p:nvPr/>
        </p:nvSpPr>
        <p:spPr>
          <a:xfrm>
            <a:off x="6382512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0960" y="4206240"/>
            <a:ext cx="137160" cy="13716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7818120" y="4023360"/>
            <a:ext cx="1280160" cy="640080"/>
          </a:xfrm>
          <a:prstGeom prst="rect">
            <a:avLst/>
          </a:prstGeom>
          <a:solidFill>
            <a:srgbClr val="E8A87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28"/>
          <p:cNvSpPr/>
          <p:nvPr/>
        </p:nvSpPr>
        <p:spPr>
          <a:xfrm>
            <a:off x="7818120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Empacotar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FFF3EB"/>
          </a:solidFill>
          <a:ln/>
        </p:spPr>
      </p:sp>
      <p:sp>
        <p:nvSpPr>
          <p:cNvPr id="43" name="Text 30"/>
          <p:cNvSpPr/>
          <p:nvPr/>
        </p:nvSpPr>
        <p:spPr>
          <a:xfrm>
            <a:off x="822960" y="4754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Skill Creator guia voce por cada etapa automaticamente!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6D2E4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8A87C">
              <a:alpha val="2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Crie skills incriveis!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Skill Creator para automatizar suas tarefas e compartilhar conhecimento com sua equipe.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31920" y="3657600"/>
            <a:ext cx="1280160" cy="36576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 |  Escrever  |  Testar  |  Iterar  |  Compartilhar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Aula: Criando Skills com o Skill Creator</dc:title>
  <dc:subject>PptxGenJS Presentation</dc:subject>
  <dc:creator>Claude</dc:creator>
  <cp:lastModifiedBy>Claude</cp:lastModifiedBy>
  <cp:revision>1</cp:revision>
  <dcterms:created xsi:type="dcterms:W3CDTF">2026-03-17T12:14:10Z</dcterms:created>
  <dcterms:modified xsi:type="dcterms:W3CDTF">2026-03-17T12:14:10Z</dcterms:modified>
</cp:coreProperties>
</file>